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4747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与 Compiler 2.0 的相关度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可编辑表格。星级按公告口径，不是入学或招聘排序。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55448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基本能力：有 agent / AI 经验，有编译经验，或做 AI for compiler。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加分项 1：agent 图化、agentic IR。Agent 直接做 pass、IR 或编译决策，而不是只生成源码。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加分项 2：tilegraph 或 MegaKernel。跨层优化，或新的中间表示。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★★★ 直接或高度相关。    ★★ 中等相关。    ★ 弱相关。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职称和方向取自各校教师主页（2026-09-23）。香港名单里的「黄毅」在港大计算机系公开名录中对应黄志毅（Zhiyi Huang）；若是另一人，请改那一行。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此文件不进入 git 仓库。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0972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一、香港高校名单（1–4）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280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1 / 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438912"/>
          <a:ext cx="11795760" cy="626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691640"/>
                <a:gridCol w="4160520"/>
                <a:gridCol w="452628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老师姓名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学校/单位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简单简介（一两句话，点出最重点的内容）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Compiler 2.0 的相关度介绍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李少华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Shaohua Li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香港中文大学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助理教授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做编译器可靠性：LLVM/GCC 测试、未定义行为、sanitizer。近期把 agent 用在 LLVM 优化补丁审查（Archer）和中端缺陷修复（llvm-harness）。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基本能力直接匹配：编译器经验，并且 agent 已经接在 LLVM 审查上。加分项 1 只部分相关：agent 被义务和可执行验证卡住，修的是编译器本身，不是在 IR 上生成 pass。加分项 2 不匹配。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吕荣聪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Michael R. Lyu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香港中文大学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卓敏教授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软件可靠性、可信计算，以及 AI for SE / SE for AI。主页不把编译器列为研究方向。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 基本能力中相关：有 AI 用于软件工程的经验，没有编译器主体工作。加分项 1、2 不匹配。邻近用途是给 agent 交出来的编译产物做可靠性评估。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Lauren Pick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香港中文大学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助理教授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形式化推理：静态分析、程序综合、并发与分布式验证。PLDI 2023 有合成量子电路优化器的工作。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基本能力直接匹配：会合成优化器，并用形式化方法做正确性。加分项 1 中相关：合成的是专用优化器，不是在通用编译 IR 上做 agent 搜索。加分项 2 不匹配。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徐强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Qiang Xu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香港中文大学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教授，CURE 实验室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当前是 AI 安全与基于学习的测试；此前长期做 EDA、硬件安全与近似计算。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 基本能力中相关：有学习式测试，也有 EDA 背景。加分项 2 只弱相关：硬件可信和 AI 芯片是邻域，不是 tilegraph 或 MegaKernel。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0972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一、香港高校名单（5–8）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280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2 / 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438912"/>
          <a:ext cx="11795760" cy="626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691640"/>
                <a:gridCol w="4160520"/>
                <a:gridCol w="452628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老师姓名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学校/单位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简单简介（一两句话，点出最重点的内容）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Compiler 2.0 的相关度介绍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余备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Bei Yu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香港中文大学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教授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机器学习用于 EDA 与计算机视觉。公开报告包括 LLM in EDA、先进工艺物理设计和 AI 芯片 EDA。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 基本能力中相关：ML/LLM 用于芯片设计自动化。加分项 2 弱相关：物理设计不是 tile 级 kernel 中间表示，也不是 MegaKernel。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王帅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Shuai Wang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香港科技大学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副教授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软件与系统安全，专长是二进制分析，以及新兴平台上的安全与隐私。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 基本能力中相关：二进制分析可以检查编译结果。没有编译器 agent、agentic IR 或 MegaKernel 的公开工作。加分项不匹配。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Lionel Parreaux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香港科技大学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助理教授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类型系统、编译优化、元编程和 DSL。目标是高层次语言仍然能编出高效代码（Abstraction Without Regret）。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基本能力直接匹配：编译优化与领域语言，这是 agent 要去写的数据面。他做的是语言和编译器，不是 agent 搜 kernel。加分项 1、2 不直接匹配。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佘东冬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Dongdong She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香港科技大学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助理教授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把大模型、机器学习和优化用在安全测试与程序分析上。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 基本能力中相关：有 LLM/agent 经验，对象是安全而不是编译器。方法可以迁到编译器测试。加分项 1、2 不匹配。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0972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一、香港高校名单（9–12）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280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3 / 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438912"/>
          <a:ext cx="11795760" cy="626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691640"/>
                <a:gridCol w="4160520"/>
                <a:gridCol w="452628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老师姓名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学校/单位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简单简介（一两句话，点出最重点的内容）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Compiler 2.0 的相关度介绍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张川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Charles Zhang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香港科技大学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教授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用程序分析提高软件可靠性。工业结果包括 Pinpoint（Sourcebrella，后被蚂蚁收购）和面向二进制的分析平台 Clearblue。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基本能力直接匹配：程序分析是编译器审查和准入所依赖的技术，并有 PLDI 等论文。加分项 1、2 不匹配：分析的是大型程序，不是 agent 生成 IR，也不是 MegaKernel。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沈嘉思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Jiasi Shen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香港科技大学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助理教授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程序分析与程序变换，目标是自动化软件的创建、理解和修改。MIT 博士。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基本能力直接匹配：程序变换自动化，接近「agent 改写、分析做准入」。加分项 1 中相关，对象是一般软件而不是编译 IR。加分项 2 不匹配。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Bruno Oliveira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香港大学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副教授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程序语言：模块化、函数式与面向对象、类型类和可扩展性。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 基本能力中相关：编译器前端和 DSL 的语言基础。没有 AI for compiler。加分项不匹配。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钱晨雄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Chenxiong Qian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香港大学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助理教授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系统安全实验室。用程序分析、操作系统和 AI 做安全，组内方向包括 AI for security。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 基本能力中相关：程序分析加上 AI，场景是安全与系统。不是编译器控制面。加分项不匹配。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0972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一、香港高校名单（13–16）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280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4 / 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438912"/>
          <a:ext cx="11795760" cy="626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691640"/>
                <a:gridCol w="4160520"/>
                <a:gridCol w="452628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老师姓名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学校/单位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简单简介（一两句话，点出最重点的内容）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Compiler 2.0 的相关度介绍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黄毅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香港大学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计算机系公开名录中姓名最接近的是黄志毅（Zhiyi Huang），教授、计算机科学方向负责人。方向是在线算法、学习理论、机制设计与差分隐私。若「黄毅」另有其人，本行需更正。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 弱相关：在线决策和学习理论与自动调优的搜索只在方法上相近。不是编译器。加分项不匹配。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崔鹤鸣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Heming Cui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香港大学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副教授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强一致、可靠、高性能的分布式系统。发表 venue 包括 SOSP、NSDI、MICRO、ASPLOS。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 基本能力中相关：高性能系统是 kernel 部署之后的运行环境。不是编译器作者，也没有 MegaKernel。加分项不匹配。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张青富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Qingfu Zhang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香港城市大学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讲座教授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计算智能。进化计算、元启发式、多目标优化和机器学习。IEEE Fellow。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 基本能力中相关：进化搜索正是 Magellan、CompileIQ 用来发现编译启发式的算法家族。他不生产编译 IR。加分项不直接匹配。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陆智超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Zhichao Lu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香港城市大学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助理教授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进化计算、多目标与双层优化、神经架构搜索和 AutoML。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 与张青富同一类：架构搜索和编译 pass 搜索结构相同，工作落在 AutoML，不是编译器。加分项不直接匹配。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0972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一、香港高校名单（17–20）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280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5 / 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438912"/>
          <a:ext cx="11795760" cy="626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691640"/>
                <a:gridCol w="4160520"/>
                <a:gridCol w="452628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老师姓名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学校/单位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简单简介（一两句话，点出最重点的内容）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Compiler 2.0 的相关度介绍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邱俊乔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Junqiao Qiu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香港城市大学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助理教授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并行计算的编程系统与运行时，以及不规则、数据密集型应用的并行化。UC Riverside 博士。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基本能力直接匹配：这是 agent 要特化的数据面运行时。加分项 2 弱相关：有跨层并行，不是 tilegraph 或 MegaKernel。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马晶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Jing Ma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香港浸会大学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计算机系副教授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自然语言处理、社交网络、谣言检测与事实核验。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 弱相关：主业是 NLP。与编译器、agentic IR、tile/MegaKernel 都没有直接工作。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叶卉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Hui Ye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香港浸会大学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互动媒体学系助理教授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人机交互与图形学，用生成式 AI、AR/VR 做创作工具和可视化编程。单位是互动媒体，不是计算机系。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 弱相关：生成式 AI 用于交互创作。不是编译器。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李菁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Jing Li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香港理工大学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副教授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自然语言处理、社会计算、主题模型与话语分析。曾在腾讯 AI Lab 做 NLP。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 弱相关：主业是 NLP。与编译器 2.0 无直接工作。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0972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一、香港高校名单（21–21）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280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6 / 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438912"/>
          <a:ext cx="11795760" cy="626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691640"/>
                <a:gridCol w="4160520"/>
                <a:gridCol w="452628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老师姓名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学校/单位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简单简介（一两句话，点出最重点的内容）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Compiler 2.0 的相关度介绍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</a:tr>
              <a:tr h="59161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程然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Ran Cheng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香港理工大学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副教授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进化计算与表示学习，并做了 GPU 上的分布式进化计算框架 EvoX。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 基本能力中相关：进化搜索，而且搜索本身跑在 GPU 上。EvoX 是优化算法框架，不是 kernel 编译器，也不是 MegaKernel。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0972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二、原名录中的教师（改成同一张表）（1–4）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280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7 / 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438912"/>
          <a:ext cx="11795760" cy="626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691640"/>
                <a:gridCol w="4160520"/>
                <a:gridCol w="452628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老师姓名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学校/单位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简单简介（一两句话，点出最重点的内容）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Compiler 2.0 的相关度介绍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袁彬航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Binhang Yuan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香港科技大学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助理教授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主页方向是机器学习的数据与分布式系统。论文 Argus 让 agent 写 GPU kernel，用编译期数据流不变量和 SMT 决定能否通过。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加分项 1 中高相关：agent 的编译决策被不变量和求解器卡住，不是自由生成源码。加分项 2 不匹配：不是 tilegraph 或 MegaKernel。基本能力直接匹配。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侯军辉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Junhui Hou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香港城市大学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教授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主页是视觉计算、几何与压缩。AgentCompile（LLM 引导生成 CUDA 推理代码）列他为合作者，通讯作者是朱智宇。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 弱相关：教师主页不是编译器。论文是 CUDA 推理编译，人与方向不一致。加分项不从他的主业成立。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Saman Amarasinghe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麻省理工学院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教授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 年 Ken Kennedy 奖大会演讲《Compiler 2.0》：用机器学习改造编译器，服务异构硬件，强调可验证的改写。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基本能力直接匹配：这就是 AI for compiler 的公开表述。加分项 1、2 不是他的主线：讲的是 ML 进入编译器，不是 agent 图或 MegaKernel。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Christopher Ré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斯坦福大学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教授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Hazy Research。KernelBench 用来评测生成的 GPU kernel 是否正确且更快；同实验室有 ThunderKittens。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基本能力直接匹配：内核 agent 的公开评测标尺。加分项 2 间接：ThunderKittens 是 kernel 库，不是 MegaKernel 那条跨层融合线。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0972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二、原名录中的教师（改成同一张表）（5–8）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280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8 / 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438912"/>
          <a:ext cx="11795760" cy="626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691640"/>
                <a:gridCol w="4160520"/>
                <a:gridCol w="452628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老师姓名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学校/单位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简单简介（一两句话，点出最重点的内容）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Compiler 2.0 的相关度介绍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Azalia Mirhoseini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斯坦福大学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教授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Scaling Intelligence 实验室，KernelBench 的共同指导者。方向是机器学习系统与自动内核生成。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基本能力直接匹配：与 Ré 同一条内核 agent 评测线。加分项 1、2 没有单独的 IR 或 MegaKernel 论文落在她名下。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Christos Kozyrakis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斯坦福大学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教授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体系结构与云系统。Argus 的作者之一：agent 在布局代数里搜 GPU kernel，SMT 做编译期准入。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加分项 1 中高相关：准入物是编译期规格，不是源码diff。基本能力直接匹配。加分项 2 不匹配。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陈天奇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Tianqi Chen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卡内基梅隆大学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助理教授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TVM、Cake 和 FlashInfer-Bench。Cake 是带类型的 schedule IR；FlashInfer-Bench 把 kernel 替进 SGLang / vLLM。论文同时挂 NVIDIA。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加分项 1 高度匹配：agent 面对的是调度 IR，不是随意源码。加分项 2 中相关：服务路径上的 kernel 替换，不是 MegaKernel 论文本身。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Luis Ceze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华盛顿大学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教授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TVM、Cake、FlashInfer-Bench 的作者。机器学习系统与线上 kernel 替换。同时是 NVIDIA AI 系统软件副总裁。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与陈天奇同一组证据：调度 IR 加服务期替换。加分项 1 高度匹配，加分项 2 中相关。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0972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二、原名录中的教师（改成同一张表）（9–12）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280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9 / 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438912"/>
          <a:ext cx="11795760" cy="626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691640"/>
                <a:gridCol w="4160520"/>
                <a:gridCol w="452628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老师姓名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学校/单位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简单简介（一两句话，点出最重点的内容）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Compiler 2.0 的相关度介绍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Vijay Janapa Reddi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哈佛大学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教授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JAXBench：在 TPU 上用 Pallas kernel 对 XLA 做爬山，一部分任务有手写 Pallas 作为参照。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基本能力直接匹配：TPU 内核 agent 的评测。加分项 2 中相关：评的是 Pallas 这种 tile 语言，他是基准作者，不是语言作者。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Nathan Bleier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密歇根大学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助理教授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主页是新型体系结构（柔性电子、可穿戴、空间计算）。组里的 Zomboss 先编译一份机器语义，再让 agent 搜 kernel 映射。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基本能力直接匹配：加速器 bring-up。加分项 1 中相关：映射合同是一次编译好的规格，不是通用 agentic IR。加分项 2 不匹配。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Zhiru Zhang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康奈尔大学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教授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高层次综合与异构设计自动化。HeuriGym 让模型写启发式，任务里包含 e-graph 提取和算子内并行。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基本能力直接匹配：agent 写编译相关启发式。加分项 1 中相关：启发式进编译问题，不是新的 agent IR。加分项 2 不匹配。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甘创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Chuang Gan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马萨诸塞大学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助理教授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主页是视觉与具身智能，并在 MIT-IBM 任职。FlowCompile 把结构化的语言模型工作流离线编译掉。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 加分项 1 只在「泛编译」的边上：编译的是 agent 工作流，不是 kernel 或 LLVM。加分项 2 不匹配。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0972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二、原名录中的教师（改成同一张表）（13–16）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280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10 / 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438912"/>
          <a:ext cx="11795760" cy="626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691640"/>
                <a:gridCol w="4160520"/>
                <a:gridCol w="452628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老师姓名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学校/单位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简单简介（一两句话，点出最重点的内容）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Compiler 2.0 的相关度介绍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Carla P. Gomes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Samitha Samaranayake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康奈尔大学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教授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HeuriGym 的合作者。方向是人工智能与组合优化，不是编译器。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 弱相关：编译任务只是该基准的一块。加分项不从他们的主业成立。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张宇群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Yuqun Zhang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南方科技大学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副教授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软件工程、fuzz 与反编译。llvm-harness 的通讯作者：给 agent LLVM 中端工具、缺陷基准和修复代理。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基本能力直接匹配：agent 修编译器，并有人工复核剩余失败。加分项 1 部分相关：harness 不是生成 pass/IR。加分项 2 不匹配。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刘知远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Zhiyuan Liu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清华大学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副教授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主页是自然语言处理与预训练模型。ForgeMegakernel 的通讯作者：agent 锻造 decode megakernel，用中间状态测试做准入。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加分项 2 直接匹配：MegaKernel。本人的长期方向是 NLP，这条是编译相关的产出，不是其全部工作。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杨智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Zhi Yang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北京大学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副研究员，非教授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计算系统与分布式系统。TileLang 的最后作者。原名录因此没有把他算进教授表，这里保留这条说明。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加分项 2 高度匹配：TileLang 是 tile 编程模型，正是 agent 要降到的中间表示。职称不是教授。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0972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二、原名录中的教师（改成同一张表）（17–19）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280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11 / 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438912"/>
          <a:ext cx="11795760" cy="626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691640"/>
                <a:gridCol w="4160520"/>
                <a:gridCol w="452628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老师姓名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学校/单位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简单简介（一两句话，点出最重点的内容）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Compiler 2.0 的相关度介绍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</a:tr>
              <a:tr h="19720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苏振东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Zhendong Su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苏黎世联邦理工学院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教授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编译器测试与语言可靠性。llvm-harness 作者，李少华的博士导师。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基本能力直接匹配：编译器测试，并且参与了 LLVM agent harness。加分项 1 部分相关。加分项 2 不匹配。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  <a:tr h="19720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Lev Mukhanov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伦敦玛丽女王大学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讲师（助理教授职级）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LLM-VeriOpt（CGO 2026）：用强化学习提案 LLVM peephole，Alive2 做正确性门。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基本能力直接匹配：AI for compiler，而且正确性来自形式化验证。加分项 1 中相关：优化的是 LLVM IR 片段，不是完整的 agent 图。加分项 2 不匹配。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</a:tr>
              <a:tr h="19720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Ahmed E. Hassan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女王大学（加拿大）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教授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Compiler.next：把 prompt、agent 配置和自由参数当作编译对象，加上质量门和可回放痕迹。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 加分项 1 只在泛编译的意义上相关：编译的是基础模型软件，不是 GPU kernel 或 LLVM 数据面。加分项 2 不匹配。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0972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三、原名录中的产业作者（同一列）（1–4）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280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12 / 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438912"/>
          <a:ext cx="11795760" cy="626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691640"/>
                <a:gridCol w="4160520"/>
                <a:gridCol w="452628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老师姓名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学校/单位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简单简介（一两句话，点出最重点的内容）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Compiler 2.0 的相关度介绍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Chris Cummins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Hugh Leather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Meta AI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Meta Large Language Model Compiler 的主要作者：用编译轨迹预训练，再微调代码体积和反汇编。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基本能力直接匹配：AI for compiler 的基础模型。加分项 1 中相关：模型吃的是编译痕迹，不是在线图上的 agent。加分项 2 不匹配。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Gabriel Synnaeve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Meta FAIR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LLM Compiler 的作者，也是 TritorX 的作者。TritorX 用受约束的 agent 为 MTIA 写 Triton kernel，编译器、JIT 和 OpInfo 做准入，硅片和未来器件仿真都跑。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基本能力直接匹配：加速器 bring-up 的 agent。加分项 1 中相关：循环是生成—编译—测试，不是一张通用 agentic IR。加分项 2 不匹配（覆盖优先，不是 megakernel 融合）。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Carole-Jean Wu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Gang Liao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Meta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KernelEvolve 的通讯作者。在 NVIDIA、AMD 和 MTIA 上为排序模型搜 kernel，语言从 Triton 到更低层，并注入硬件手册和跨栈 profiler。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基本能力直接匹配：异构硬件上的在线内核 agent。加分项 2 中相关：跨硬件、跨抽象层搜 kernel，但不是学术文献里的 MegaKernel 融合内核。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Jason Ansel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Meta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Helion 的作者：PyTorch 里的 tile 语言，降到 Triton，并由一次 Helion 程序展开许多 Triton 实现再自动调优。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加分项 2 高度匹配：tile 抽象加上自动调度，正是 tilegraph 要的那一层。基本能力直接匹配。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0972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三、原名录中的产业作者（同一列）（5–8）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280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13 / 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438912"/>
          <a:ext cx="11795760" cy="626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691640"/>
                <a:gridCol w="4160520"/>
                <a:gridCol w="452628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老师姓名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学校/单位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简单简介（一两句话，点出最重点的内容）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Compiler 2.0 的相关度介绍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Mircea Trofin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MLGO 作者，也是 Magellan 在 LLVM 开发者大会上的讲者。MLGO 用学习策略替换 LLVM 内联启发式；Magellan 改由 agent 演化可读的 C++ 启发式再装回编译器。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基本能力直接匹配：两条 AI for compiler 路线（学习策略，以及离线演化启发式）。加分项 1 中相关：演化的是 C++ 启发式，不是新 IR。加分项 2 不匹配。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Xinliang David Li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MLGO 作者，长期做 LLVM。把学习到的内联策略放进产品编译器。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基本能力直接匹配：学习策略进 LLVM。加分项 1、2 不另计：没有 agent 图或 tile/MegaKernel。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Amir Yazdanbakhsh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Magellan 大会幻灯片的作者之一。内容是生产环境的内联规模，以及早期 XLA 图重写实验。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基本能力直接匹配：离线编译启发式。加分项 1 中相关。加分项 2 不匹配。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Alexander Novikov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Ngân Vũ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Matej Balog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 DeepMind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AlphaEvolve 的同等贡献负责人。Magellan 用这个进化式编码 agent 发现编译启发式。Pushmeet Kohli 负责该研究计划。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基本能力直接匹配：agent 发现编译启发式的搜索底物。加分项 1 中相关：agent 是通用代码进化，编译器结果在 Magellan。加分项 2 不匹配。Kohli 是计划负责人，编译器文本在上述作者身上。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0972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三、原名录中的产业作者（同一列）（9–12）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280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14 / 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438912"/>
          <a:ext cx="11795760" cy="626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691640"/>
                <a:gridCol w="4160520"/>
                <a:gridCol w="452628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老师姓名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学校/单位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简单简介（一两句话，点出最重点的内容）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Compiler 2.0 的相关度介绍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Philippe Tillet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OpenAI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Triton 的作者：Python 内核语言和编译器。GEAK、KernelEvolve、TritorX、Helion 写的都是它。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加分项 2 高度匹配：tile 级内核语言及其编译器，是这些 agent 的目标中间层。基本能力直接匹配。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Chris Lattner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Modular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LLVM 与 MLIR 的创建者。调查引用了他关于生成式 C 编译器仍依赖测试与工程实践的说明。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基本能力直接匹配：编译器基础设施。加分项 1 中高相关：MLIR 是 agent 要面对的 IR，他本人不是那些 agent 论文的作者。加分项 2 不直接匹配。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Emad Barsoum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AMD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GEAK 的最后作者。主要作者是 Jianghui Wang 与 Vinay Joshi：agent 为 AMD GPU 写 Triton，用编译器和性能反馈迭代。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基本能力直接匹配：GPU 内核 agent。加分项 2 中相关：目标语言是 Triton。不是 MegaKernel。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  <a:tr h="147904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MaxKernel 作者组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Sethu Sankaran 等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TPU 内核 agent：提议 Pallas kernel，由 XLA 和数值测试准入，硬件痕迹指导搜索。作者是团队，没有单独的公众人物作为唯一负责人。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加分项 2 中高相关：Pallas tile 语言上的 agent，编译器仍是 XLA。基本能力直接匹配。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0972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三、原名录中的产业作者（同一列）（13–14）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280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15 / 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438912"/>
          <a:ext cx="11795760" cy="626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691640"/>
                <a:gridCol w="4160520"/>
                <a:gridCol w="452628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老师姓名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学校/单位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简单简介（一两句话，点出最重点的内容）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Compiler 2.0 的相关度介绍</a:t>
                      </a:r>
                    </a:p>
                  </a:txBody>
                  <a:tcPr anchor="t" marL="54864" marR="54864" marT="36576" marB="36576">
                    <a:solidFill>
                      <a:srgbClr val="1F4E79"/>
                    </a:solidFill>
                  </a:tcPr>
                </a:tc>
              </a:tr>
              <a:tr h="29580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CompileIQ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（产品，无单一公开负责人）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NVIDIA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在线特化 CUDA 编译控制项，产出可版本化的控制文件，并用统计检验决定特化构建是否胜出。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基本能力直接匹配：agent/搜索做编译决策，数据面仍是 CUDA 编译器。加分项 1 中相关。加分项 2 不匹配。</a:t>
                      </a:r>
                    </a:p>
                  </a:txBody>
                  <a:tcPr anchor="t" marL="54864" marR="54864" marT="36576" marB="36576">
                    <a:solidFill>
                      <a:srgbClr val="FFFFFF"/>
                    </a:solidFill>
                  </a:tcPr>
                </a:tc>
              </a:tr>
              <a:tr h="29580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Hyperloom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（团队论文）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AMD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Instinct 上的端到端服务 harness。内核阶段交给 GEAK 或别的内核 agent，用状态文件和 critic 决定保留什么。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基本能力直接匹配：服务路径上的 agent 编排。加分项 1 中相关：编排的是编译与服务步骤。加分项 2 不在这篇里单独成立。</a:t>
                      </a:r>
                    </a:p>
                  </a:txBody>
                  <a:tcPr anchor="t" marL="54864" marR="54864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