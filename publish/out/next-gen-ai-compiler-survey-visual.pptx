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-agentic-compi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hybrid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b-architecture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era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our-jobs-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tack-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codesign-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onflicts-t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vision-const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architecture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lsif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commercial-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esource-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reeze-amort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