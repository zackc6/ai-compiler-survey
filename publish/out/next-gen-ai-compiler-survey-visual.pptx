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itle-agentic-compi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hybrid-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b-architecture-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era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four-jobs-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tack-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odesign-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onflicts-te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vision-constel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architecture-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falsif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commercial-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resource-enve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freeze-amort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