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itle-agentic-compi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hybrid-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era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four-jobs-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stack-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codesign-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conflicts-te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vision-constel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two-horiz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falsif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