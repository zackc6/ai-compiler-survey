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-agentic-compi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hybrid-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era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our-jobs-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tack-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codesign-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onflicts-t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vision-conste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two-horiz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lsif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commercial-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resource-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freeze-amort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